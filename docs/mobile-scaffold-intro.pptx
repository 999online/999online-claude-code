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to the mobile-scaffold plugin: agentic scaffolding of a mobile app plus its backend, stubs only, on a fixed architecture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framing points: lightest credible architecture, stubs only, Expo+Cloudflare defaults, separate git repos per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marketplace once, install the plugin, then run it with an optional one-line idea. Placeholder names — no org name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pipeline stages run from one command; decide gates on ADR approval, and it can resume from what already exists on disk.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scaffolded repo receives a full .claude contract — settings, path allowlist, a PreToolUse structure guard, and tailored coding rules. The plugin also ships the ADR + decision-standard templates, four golden-path recipes, root docs, and opt-in CI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profile matrix: two axes give four profiles. Small = pure Cloudflare + zustand; large = NestJS/Postgres/AWS + RTK, an escalation the ADR must justify. +web adds a react-native-web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Prerequisites are mostly free-tier accounts. Pure web apps route to web-scaffold. Close on the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554480"/>
            <a:ext cx="292608" cy="384048"/>
          </a:xfrm>
          <a:prstGeom prst="roundRect">
            <a:avLst>
              <a:gd name="adj" fmla="val 18750"/>
            </a:avLst>
          </a:prstGeom>
          <a:solidFill>
            <a:srgbClr val="1013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mobile-scaffold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mobile app scaffolding on incubation architecture standards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23A36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34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v0.6.1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pPr indent="0" marL="0">
              <a:buNone/>
            </a:pPr>
            <a:r>
              <a:rPr lang="en-US" sz="15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5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app + evidence</a:t>
            </a:r>
            <a:pPr indent="0" marL="0">
              <a:buNone/>
            </a:pPr>
            <a:r>
              <a:rPr lang="en-US" sz="15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one command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509760" y="1371600"/>
            <a:ext cx="1737360" cy="3474720"/>
          </a:xfrm>
          <a:prstGeom prst="roundRect">
            <a:avLst>
              <a:gd name="adj" fmla="val 11579"/>
            </a:avLst>
          </a:prstGeom>
          <a:solidFill>
            <a:srgbClr val="0B0E14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0" y="1499616"/>
            <a:ext cx="640080" cy="128016"/>
          </a:xfrm>
          <a:prstGeom prst="roundRect">
            <a:avLst>
              <a:gd name="adj" fmla="val 50000"/>
            </a:avLst>
          </a:prstGeom>
          <a:solidFill>
            <a:srgbClr val="2A3242"/>
          </a:solidFill>
          <a:ln/>
        </p:spPr>
      </p:sp>
      <p:sp>
        <p:nvSpPr>
          <p:cNvPr id="11" name="Shape 9"/>
          <p:cNvSpPr/>
          <p:nvPr/>
        </p:nvSpPr>
        <p:spPr>
          <a:xfrm>
            <a:off x="9765792" y="1874520"/>
            <a:ext cx="1225296" cy="502920"/>
          </a:xfrm>
          <a:prstGeom prst="roundRect">
            <a:avLst>
              <a:gd name="adj" fmla="val 10909"/>
            </a:avLst>
          </a:prstGeom>
          <a:solidFill>
            <a:srgbClr val="123A36"/>
          </a:solidFill>
          <a:ln/>
        </p:spPr>
      </p:sp>
      <p:sp>
        <p:nvSpPr>
          <p:cNvPr id="12" name="Shape 10"/>
          <p:cNvSpPr/>
          <p:nvPr/>
        </p:nvSpPr>
        <p:spPr>
          <a:xfrm>
            <a:off x="9765792" y="2606040"/>
            <a:ext cx="428854" cy="128016"/>
          </a:xfrm>
          <a:prstGeom prst="roundRect">
            <a:avLst>
              <a:gd name="adj" fmla="val 50000"/>
            </a:avLst>
          </a:prstGeom>
          <a:solidFill>
            <a:srgbClr val="2A3242"/>
          </a:solidFill>
          <a:ln/>
        </p:spPr>
      </p:sp>
      <p:sp>
        <p:nvSpPr>
          <p:cNvPr id="13" name="Shape 11"/>
          <p:cNvSpPr/>
          <p:nvPr/>
        </p:nvSpPr>
        <p:spPr>
          <a:xfrm>
            <a:off x="9765792" y="2898648"/>
            <a:ext cx="857707" cy="128016"/>
          </a:xfrm>
          <a:prstGeom prst="roundRect">
            <a:avLst>
              <a:gd name="adj" fmla="val 50000"/>
            </a:avLst>
          </a:prstGeom>
          <a:solidFill>
            <a:srgbClr val="2A3242"/>
          </a:solidFill>
          <a:ln/>
        </p:spPr>
      </p:sp>
      <p:sp>
        <p:nvSpPr>
          <p:cNvPr id="14" name="Shape 12"/>
          <p:cNvSpPr/>
          <p:nvPr/>
        </p:nvSpPr>
        <p:spPr>
          <a:xfrm>
            <a:off x="9765792" y="3191256"/>
            <a:ext cx="612648" cy="128016"/>
          </a:xfrm>
          <a:prstGeom prst="roundRect">
            <a:avLst>
              <a:gd name="adj" fmla="val 50000"/>
            </a:avLst>
          </a:prstGeom>
          <a:solidFill>
            <a:srgbClr val="2A3242"/>
          </a:solidFill>
          <a:ln/>
        </p:spPr>
      </p:sp>
      <p:sp>
        <p:nvSpPr>
          <p:cNvPr id="15" name="Shape 13"/>
          <p:cNvSpPr/>
          <p:nvPr/>
        </p:nvSpPr>
        <p:spPr>
          <a:xfrm>
            <a:off x="9765792" y="3483864"/>
            <a:ext cx="759684" cy="128016"/>
          </a:xfrm>
          <a:prstGeom prst="roundRect">
            <a:avLst>
              <a:gd name="adj" fmla="val 50000"/>
            </a:avLst>
          </a:prstGeom>
          <a:solidFill>
            <a:srgbClr val="2A3242"/>
          </a:solidFill>
          <a:ln/>
        </p:spPr>
      </p:sp>
      <p:sp>
        <p:nvSpPr>
          <p:cNvPr id="16" name="Shape 14"/>
          <p:cNvSpPr/>
          <p:nvPr/>
        </p:nvSpPr>
        <p:spPr>
          <a:xfrm>
            <a:off x="9765792" y="3776472"/>
            <a:ext cx="490118" cy="128016"/>
          </a:xfrm>
          <a:prstGeom prst="roundRect">
            <a:avLst>
              <a:gd name="adj" fmla="val 50000"/>
            </a:avLst>
          </a:prstGeom>
          <a:solidFill>
            <a:srgbClr val="2A3242"/>
          </a:solidFill>
          <a:ln/>
        </p:spPr>
      </p:sp>
      <p:sp>
        <p:nvSpPr>
          <p:cNvPr id="17" name="Shape 15"/>
          <p:cNvSpPr/>
          <p:nvPr/>
        </p:nvSpPr>
        <p:spPr>
          <a:xfrm>
            <a:off x="9765792" y="4297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2956" cy="2148840"/>
          </a:xfrm>
          <a:prstGeom prst="roundRect">
            <a:avLst>
              <a:gd name="adj" fmla="val 4255"/>
            </a:avLst>
          </a:prstGeom>
          <a:solidFill>
            <a:srgbClr val="1A2030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20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87452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Lightest credible architecture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7228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validation job. Shrink the distance from idea to on-device app to a decision.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1600200"/>
            <a:ext cx="5362956" cy="2148840"/>
          </a:xfrm>
          <a:prstGeom prst="roundRect">
            <a:avLst>
              <a:gd name="adj" fmla="val 4255"/>
            </a:avLst>
          </a:prstGeom>
          <a:solidFill>
            <a:srgbClr val="1A2030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97396" y="19202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7146036" y="187452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only — zero feature code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97396" y="2514600"/>
            <a:ext cx="47228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Scaffolds structure, health checks, wiring. Feature work happens inside the generated repos.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5362956" cy="2148840"/>
          </a:xfrm>
          <a:prstGeom prst="roundRect">
            <a:avLst>
              <a:gd name="adj" fmla="val 4255"/>
            </a:avLst>
          </a:prstGeom>
          <a:solidFill>
            <a:srgbClr val="1A2030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389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434340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+ Cloudflare first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8680" y="4983480"/>
            <a:ext cx="47228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highest-priority defaults. Firebase (FCM) handles push. All TypeScript.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77356" y="4069080"/>
            <a:ext cx="5362956" cy="2148840"/>
          </a:xfrm>
          <a:prstGeom prst="roundRect">
            <a:avLst>
              <a:gd name="adj" fmla="val 4255"/>
            </a:avLst>
          </a:prstGeom>
          <a:solidFill>
            <a:srgbClr val="1A2030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97396" y="4389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7146036" y="434340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git repos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97396" y="4983480"/>
            <a:ext cx="47228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backend as sibling repos, each with its own .claude contract and structure guard.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91672" cy="2834640"/>
          </a:xfrm>
          <a:prstGeom prst="roundRect">
            <a:avLst>
              <a:gd name="adj" fmla="val 3226"/>
            </a:avLst>
          </a:prstGeom>
          <a:solidFill>
            <a:srgbClr val="0B0E14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2011680"/>
            <a:ext cx="146304" cy="146304"/>
          </a:xfrm>
          <a:prstGeom prst="ellipse">
            <a:avLst/>
          </a:prstGeom>
          <a:solidFill>
            <a:srgbClr val="3B4252"/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" y="2011680"/>
            <a:ext cx="146304" cy="146304"/>
          </a:xfrm>
          <a:prstGeom prst="ellipse">
            <a:avLst/>
          </a:prstGeom>
          <a:solidFill>
            <a:srgbClr val="3B4252"/>
          </a:solidFill>
          <a:ln/>
        </p:spPr>
      </p:sp>
      <p:sp>
        <p:nvSpPr>
          <p:cNvPr id="6" name="Shape 4"/>
          <p:cNvSpPr/>
          <p:nvPr/>
        </p:nvSpPr>
        <p:spPr>
          <a:xfrm>
            <a:off x="1380744" y="2011680"/>
            <a:ext cx="146304" cy="146304"/>
          </a:xfrm>
          <a:prstGeom prst="ellipse">
            <a:avLst/>
          </a:prstGeom>
          <a:solidFill>
            <a:srgbClr val="3B4252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marketplace add </a:t>
            </a:r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https://github.com/999online/999online-claude-code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081528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install </a:t>
            </a:r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mobile-scaffold@999online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648456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/mobile-scaffold </a:t>
            </a:r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[one-line idea]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937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marketplace once, then install.  Cowork (desktop / web / iOS): no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command — add via the UI.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full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19072"/>
            <a:ext cx="0" cy="3584448"/>
          </a:xfrm>
          <a:prstGeom prst="line">
            <a:avLst/>
          </a:prstGeom>
          <a:noFill/>
          <a:ln w="25400">
            <a:solidFill>
              <a:srgbClr val="2A32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463040"/>
            <a:ext cx="512064" cy="512064"/>
          </a:xfrm>
          <a:prstGeom prst="ellipse">
            <a:avLst/>
          </a:prstGeom>
          <a:solidFill>
            <a:srgbClr val="123A3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435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Intake: idea, audience, native features, profile axes.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359152"/>
            <a:ext cx="512064" cy="512064"/>
          </a:xfrm>
          <a:prstGeom prst="ellipse">
            <a:avLst/>
          </a:prstGeom>
          <a:solidFill>
            <a:srgbClr val="123A3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7066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profile → matrix defaults → ADR → your approval. No files until approved.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255264"/>
            <a:ext cx="512064" cy="512064"/>
          </a:xfrm>
          <a:prstGeom prst="ellipse">
            <a:avLst/>
          </a:prstGeom>
          <a:solidFill>
            <a:srgbClr val="123A3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2552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3227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60273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create-expo-app → &lt;slug&gt;-mobile, git-initialized.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151376"/>
            <a:ext cx="512064" cy="512064"/>
          </a:xfrm>
          <a:prstGeom prst="ellipse">
            <a:avLst/>
          </a:prstGeom>
          <a:solidFill>
            <a:srgbClr val="123A3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151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41239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service-scaffold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4988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&lt;slug&gt;-backend, or &lt;slug&gt;-web-be when +web. Separate repo.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047488"/>
            <a:ext cx="512064" cy="512064"/>
          </a:xfrm>
          <a:prstGeom prst="ellipse">
            <a:avLst/>
          </a:prstGeom>
          <a:solidFill>
            <a:srgbClr val="123A36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047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50200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394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each repo vs the decision standard — builds pass, no secrets in bundle.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Resume-safe</a:t>
            </a:r>
            <a:pPr indent="0" marL="0">
              <a:buNone/>
            </a:pPr>
            <a:r>
              <a:rPr lang="en-US" sz="14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filesystem is the checkpoint; no state files.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.claude contract &amp; templates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1A2030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1109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85623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Per-repo .claude/ contract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500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into every generated repo: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32688" y="2916936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9806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 · allowed-paths.json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88720" y="316382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config + path allowlist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32688" y="3758184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393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hooks/folder-structure-guard.cjs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88720" y="40050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guard — blocks off-contract writes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2688" y="4599432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rules/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48463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standards, tailored per repo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53949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cover:  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· security · state · notifications · api-routes · database · Apple HIG + App Review · Android quality + Play policy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1600200"/>
            <a:ext cx="5285232" cy="4572000"/>
          </a:xfrm>
          <a:prstGeom prst="roundRect">
            <a:avLst>
              <a:gd name="adj" fmla="val 2000"/>
            </a:avLst>
          </a:prstGeom>
          <a:solidFill>
            <a:srgbClr val="14192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191109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856232"/>
            <a:ext cx="4279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it ships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39128" y="2688336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256946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+ decision standard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995160" y="2935224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approval gate + 8-question audit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39128" y="3584448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3465576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golden paths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995160" y="383133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· Hono+D1 · NestJS+Postgres · RN-web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39128" y="4480560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4361688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docs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95160" y="4727448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· DEPLOY · PLUGINS-TO-INSTALL · mcp.json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739128" y="5376672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525780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workflows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995160" y="5623560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· deploy-web · deploy-worker  (opt-in)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options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axes:  </a:t>
            </a:r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(mobile-only / +web)  ×  </a:t>
            </a:r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(small / large)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09728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783080"/>
                <a:gridCol w="868680"/>
                <a:gridCol w="1051560"/>
                <a:gridCol w="1737360"/>
                <a:gridCol w="1600200"/>
                <a:gridCol w="1965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1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MOBILE-ONLY / small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-mobile, -backend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 + Workers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MOBILE-ONLY / large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-mobile, -backend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(AWS)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MOBILE+WEB / small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-mobile, -web-be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 + Workers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RN-web (apps/web)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MOBILE+WEB / large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-mobile, -web-be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(AWS)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AA4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RN-web (apps/web)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01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663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TypeScript  ·  FCM on every profile  · 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only mobile framework (managed)  · 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first-choice infra  · 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/ Postgres / AWS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ADR-justified escalation, not the default.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0078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22+, npm, network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6771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 app on a phone (local run)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3405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Expo account (EAS)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0098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account (Pages / Workers / D1)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6849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6791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project (push)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53542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348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— only for the large backend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40880" y="1645920"/>
            <a:ext cx="4599432" cy="1554480"/>
          </a:xfrm>
          <a:prstGeom prst="roundRect">
            <a:avLst>
              <a:gd name="adj" fmla="val 5882"/>
            </a:avLst>
          </a:prstGeom>
          <a:solidFill>
            <a:srgbClr val="1A2030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87452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desk web app?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60920" y="2286000"/>
            <a:ext cx="3959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web-scaffold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— the decide stage redirects.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811512" y="3474720"/>
            <a:ext cx="1554480" cy="3108960"/>
          </a:xfrm>
          <a:prstGeom prst="roundRect">
            <a:avLst>
              <a:gd name="adj" fmla="val 12941"/>
            </a:avLst>
          </a:prstGeom>
          <a:solidFill>
            <a:srgbClr val="0B0E14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68712" y="3602736"/>
            <a:ext cx="640080" cy="128016"/>
          </a:xfrm>
          <a:prstGeom prst="roundRect">
            <a:avLst>
              <a:gd name="adj" fmla="val 50000"/>
            </a:avLst>
          </a:prstGeom>
          <a:solidFill>
            <a:srgbClr val="2A3242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67544" y="3977640"/>
            <a:ext cx="1042416" cy="502920"/>
          </a:xfrm>
          <a:prstGeom prst="roundRect">
            <a:avLst>
              <a:gd name="adj" fmla="val 10909"/>
            </a:avLst>
          </a:prstGeom>
          <a:solidFill>
            <a:srgbClr val="123A3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67544" y="4709160"/>
            <a:ext cx="364846" cy="128016"/>
          </a:xfrm>
          <a:prstGeom prst="roundRect">
            <a:avLst>
              <a:gd name="adj" fmla="val 50000"/>
            </a:avLst>
          </a:prstGeom>
          <a:solidFill>
            <a:srgbClr val="2A324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67544" y="5001768"/>
            <a:ext cx="729691" cy="128016"/>
          </a:xfrm>
          <a:prstGeom prst="roundRect">
            <a:avLst>
              <a:gd name="adj" fmla="val 50000"/>
            </a:avLst>
          </a:prstGeom>
          <a:solidFill>
            <a:srgbClr val="2A324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67544" y="5294376"/>
            <a:ext cx="521208" cy="128016"/>
          </a:xfrm>
          <a:prstGeom prst="roundRect">
            <a:avLst>
              <a:gd name="adj" fmla="val 50000"/>
            </a:avLst>
          </a:prstGeom>
          <a:solidFill>
            <a:srgbClr val="2A3242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67544" y="5586984"/>
            <a:ext cx="646298" cy="128016"/>
          </a:xfrm>
          <a:prstGeom prst="roundRect">
            <a:avLst>
              <a:gd name="adj" fmla="val 50000"/>
            </a:avLst>
          </a:prstGeom>
          <a:solidFill>
            <a:srgbClr val="2A324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67544" y="5879592"/>
            <a:ext cx="416966" cy="128016"/>
          </a:xfrm>
          <a:prstGeom prst="roundRect">
            <a:avLst>
              <a:gd name="adj" fmla="val 50000"/>
            </a:avLst>
          </a:prstGeom>
          <a:solidFill>
            <a:srgbClr val="2A3242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67544" y="60350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852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app + evidence</a:t>
            </a:r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one command.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2026-07-21T03:40:23Z</dcterms:created>
  <dcterms:modified xsi:type="dcterms:W3CDTF">2026-07-21T03:40:23Z</dcterms:modified>
</cp:coreProperties>
</file>